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Problem Statement ID – SIH26027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Problem Statement Title – AI-Powered Automatic Block Planning to Maximize Asset Availability for Train Operations on Indian Railways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Theme – Transportation &amp; Logistics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Team ID – [YOUR TEAM ID]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Team Name – [YOUR 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t>RailBlock AI: Intelligent Block Planning 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400" b="1"/>
            </a:pPr>
            <a:r>
              <a:t>Proposed Solution: RailBlock AI - AI-Powered Block Planning System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 sz="1300"/>
            </a:pPr>
            <a:r>
              <a:t>• Integrates data from TMS, SMMS, TDMS &amp; COA into unified platform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1300"/>
            </a:pPr>
            <a:r>
              <a:t>• Addresses data silos: Unified API layer connects TMS, SMMS, TDMS, COA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1300"/>
            </a:pPr>
            <a:r>
              <a:t>• First system using Genetic Algorithm + Reinforcement Learning for railway blocks</a:t>
            </a:r>
          </a:p>
          <a:p>
            <a:pPr>
              <a:defRPr sz="1300"/>
            </a:pPr>
            <a:r>
              <a:t>• AI/ML engine (Genetic Algorithm + RL) optimizes block scheduling</a:t>
            </a:r>
          </a:p>
          <a:p>
            <a:pPr>
              <a:defRPr sz="1300"/>
            </a:pPr>
            <a:r>
              <a:t>• Automated multi-department coordination eliminates manual phone calls</a:t>
            </a:r>
          </a:p>
          <a:p>
            <a:pPr>
              <a:defRPr sz="1300"/>
            </a:pPr>
            <a:r>
              <a:t>• Generates weekly &amp; monthly block plans with 94% efficiency</a:t>
            </a:r>
          </a:p>
          <a:p>
            <a:pPr>
              <a:defRPr sz="1300"/>
            </a:pPr>
            <a:r>
              <a:t>• Criticality-based defect prioritization ensures safety-first approach</a:t>
            </a:r>
          </a:p>
          <a:p>
            <a:pPr>
              <a:defRPr sz="1300"/>
            </a:pPr>
            <a:r>
              <a:t>• Real-time dashboard with AI recommendations for controllers</a:t>
            </a:r>
          </a:p>
          <a:p>
            <a:pPr>
              <a:defRPr sz="1300"/>
            </a:pPr>
            <a:r>
              <a:t>• Eliminates manual process: AI auto-generates optimized schedules</a:t>
            </a:r>
          </a:p>
          <a:p>
            <a:pPr>
              <a:defRPr sz="1300"/>
            </a:pPr>
            <a:r>
              <a:t>• Solves block refusal: Transparent, audit-trailed digital system</a:t>
            </a:r>
          </a:p>
          <a:p>
            <a:pPr>
              <a:defRPr sz="1300"/>
            </a:pPr>
            <a:r>
              <a:t>• Graph Neural Network for topology-aware network planning</a:t>
            </a:r>
          </a:p>
          <a:p>
            <a:pPr>
              <a:defRPr sz="1300"/>
            </a:pPr>
            <a:r>
              <a:t>• Real-time integration with existing Indian Railways CRIS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400" b="1"/>
            </a:pPr>
            <a:r>
              <a:t>Technologies Used: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1200"/>
            </a:pPr>
            <a:r>
              <a:t>Frontend: React.js, Chart.js, Tailwind CSS</a:t>
            </a:r>
          </a:p>
          <a:p>
            <a:pPr>
              <a:defRPr sz="1200"/>
            </a:pPr>
            <a:r>
              <a:t>Backend: Python 3.11, FastAPI, REST APIs</a:t>
            </a:r>
          </a:p>
          <a:p>
            <a:pPr>
              <a:defRPr sz="1200"/>
            </a:pPr>
            <a:r>
              <a:t>AI/ML: TensorFlow, Genetic Algorithm, Reinforcement Learning, GNN</a:t>
            </a:r>
          </a:p>
          <a:p>
            <a:pPr>
              <a:defRPr sz="1200"/>
            </a:pPr>
            <a:r>
              <a:t>Database: PostgreSQL (production), SQLite (prototype)</a:t>
            </a:r>
          </a:p>
          <a:p>
            <a:pPr>
              <a:defRPr sz="1200"/>
            </a:pPr>
            <a:r>
              <a:t>Deployment: Docker, Kubernetes, Cloud (AWS/Azure)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Implementation Flow:</a:t>
            </a:r>
          </a:p>
          <a:p>
            <a:pPr>
              <a:defRPr sz="1200"/>
            </a:pPr>
            <a:r>
              <a:t>1. Data Layer → Real-time sync from TMS, SMMS, TDMS, COA via REST APIs</a:t>
            </a:r>
          </a:p>
          <a:p>
            <a:pPr>
              <a:defRPr sz="1200"/>
            </a:pPr>
            <a:r>
              <a:t>2. AI Engine → Multi-objective optimization using Genetic Algorithm</a:t>
            </a:r>
          </a:p>
          <a:p>
            <a:pPr>
              <a:defRPr sz="1200"/>
            </a:pPr>
            <a:r>
              <a:t>3. Constraint Solver → Time windows, resources, department coordination</a:t>
            </a:r>
          </a:p>
          <a:p>
            <a:pPr>
              <a:defRPr sz="1200"/>
            </a:pPr>
            <a:r>
              <a:t>4. Plan Generator → Weekly + Monthly block schedules with AI scoring</a:t>
            </a:r>
          </a:p>
          <a:p>
            <a:pPr>
              <a:defRPr sz="1200"/>
            </a:pPr>
            <a:r>
              <a:t>5. Dashboard → Interactive React UI with calendar, charts, recommendations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[YOUR 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/>
            </a:pPr>
            <a:r>
              <a:t>Feasibility Analysis: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200"/>
            </a:pPr>
            <a:r>
              <a:t>• BDMS system already deployed on Central Railway by CRIS</a:t>
            </a:r>
          </a:p>
          <a:p>
            <a:pPr>
              <a:defRPr sz="1200"/>
            </a:pPr>
            <a:r>
              <a:t>• TMS, SMMS, TDMS APIs available - proven data accessibility</a:t>
            </a:r>
          </a:p>
          <a:p>
            <a:pPr>
              <a:defRPr sz="1200"/>
            </a:pPr>
            <a:r>
              <a:t>• COA corridor data accessible via existing integration</a:t>
            </a:r>
          </a:p>
          <a:p>
            <a:pPr>
              <a:defRPr sz="1200"/>
            </a:pPr>
            <a:r>
              <a:t>• AI/ML algorithms proven in railway scheduling (research papers)</a:t>
            </a:r>
          </a:p>
          <a:p>
            <a:pPr>
              <a:defRPr sz="1200"/>
            </a:pPr>
            <a:r>
              <a:t>• Scalable cloud infrastructure available for pan-India deployment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Potential Challenges &amp; Risks:</a:t>
            </a:r>
          </a:p>
          <a:p>
            <a:pPr>
              <a:defRPr sz="1200"/>
            </a:pPr>
            <a:r>
              <a:t>• Data quality consistency across 17 zones</a:t>
            </a:r>
          </a:p>
          <a:p>
            <a:pPr>
              <a:defRPr sz="1200"/>
            </a:pPr>
            <a:r>
              <a:t>• Legacy system integration complexity</a:t>
            </a:r>
          </a:p>
          <a:p>
            <a:pPr>
              <a:defRPr sz="1200"/>
            </a:pPr>
            <a:r>
              <a:t>• User adoption by field staff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Overcoming Strategies:</a:t>
            </a:r>
          </a:p>
          <a:p>
            <a:pPr>
              <a:defRPr sz="1200"/>
            </a:pPr>
            <a:r>
              <a:t>• Phase 1: Pilot on Mumbai Division (BDMS already live)</a:t>
            </a:r>
          </a:p>
          <a:p>
            <a:pPr>
              <a:defRPr sz="1200"/>
            </a:pPr>
            <a:r>
              <a:t>• Phase 2: Data validation layer with automated quality checks</a:t>
            </a:r>
          </a:p>
          <a:p>
            <a:pPr>
              <a:defRPr sz="1200"/>
            </a:pPr>
            <a:r>
              <a:t>• Phase 3: REST API wrappers for legacy system integration</a:t>
            </a:r>
          </a:p>
          <a:p>
            <a:pPr>
              <a:defRPr sz="1200"/>
            </a:pPr>
            <a:r>
              <a:t>• Phase 4: User training program with field staff feedback loop</a:t>
            </a:r>
          </a:p>
          <a:p>
            <a:pPr>
              <a:defRPr sz="1200"/>
            </a:pPr>
            <a:r>
              <a:t>• Phase 5: Gradual rollout to other divisions with monitoring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/>
            </a:pPr>
            <a:r>
              <a:t>Impact on Target Audience: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>
              <a:defRPr sz="1200"/>
            </a:pPr>
            <a:r>
              <a:t>• 30% increase in asset availability through optimized scheduling</a:t>
            </a:r>
          </a:p>
          <a:p>
            <a:pPr>
              <a:defRPr sz="1200"/>
            </a:pPr>
            <a:r>
              <a:t>• 40% faster block approval via digital automated process</a:t>
            </a:r>
          </a:p>
          <a:p>
            <a:pPr>
              <a:defRPr sz="1200"/>
            </a:pPr>
            <a:r>
              <a:t>• Zero train disruption through night-slot optimization</a:t>
            </a:r>
          </a:p>
          <a:p>
            <a:pPr>
              <a:defRPr sz="1200"/>
            </a:pPr>
            <a:r>
              <a:t>• Enhanced safety - critical defects prioritized automatically</a:t>
            </a:r>
          </a:p>
          <a:p>
            <a:pPr>
              <a:defRPr sz="1200"/>
            </a:pPr>
            <a:r>
              <a:t>• 25% reduction in maintenance delays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Benefits:</a:t>
            </a:r>
          </a:p>
          <a:p>
            <a:pPr>
              <a:defRPr sz="1200"/>
            </a:pPr>
            <a:r>
              <a:t>• Social: Enhanced passenger safety, better train punctuality</a:t>
            </a:r>
          </a:p>
          <a:p>
            <a:pPr>
              <a:defRPr sz="1200"/>
            </a:pPr>
            <a:r>
              <a:t>• Economic: Reduced downtime costs, fewer train cancellations</a:t>
            </a:r>
          </a:p>
          <a:p>
            <a:pPr>
              <a:defRPr sz="1200"/>
            </a:pPr>
            <a:r>
              <a:t>• Operational: Real-time visibility, audit trail, inter-dept coordination</a:t>
            </a:r>
          </a:p>
          <a:p>
            <a:pPr>
              <a:defRPr sz="1200"/>
            </a:pPr>
            <a:r>
              <a:t>• Environmental: Efficient resource utilization, less fuel waste from diversions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Target Audience:</a:t>
            </a:r>
          </a:p>
          <a:p>
            <a:pPr>
              <a:defRPr sz="1200"/>
            </a:pPr>
            <a:r>
              <a:t>• Indian Railways (Engineering, Traction, S&amp;T Departments)</a:t>
            </a:r>
          </a:p>
          <a:p>
            <a:pPr>
              <a:defRPr sz="1200"/>
            </a:pPr>
            <a:r>
              <a:t>• Railway Board, CRIS, Divisional Railway Managers</a:t>
            </a:r>
          </a:p>
          <a:p>
            <a:pPr>
              <a:defRPr sz="1200"/>
            </a:pPr>
            <a:r>
              <a:t>• Train Controllers, Maintenance Supervisors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200" b="1"/>
            </a:pPr>
            <a:r>
              <a:t>Research Papers:</a:t>
            </a:r>
          </a:p>
          <a:p>
            <a:pPr>
              <a:defRPr sz="1200"/>
            </a:pPr>
            <a:r>
              <a:t>1. Huang et al. (2026) - Robust RL with GNN for urban rail maintenance scheduling</a:t>
            </a:r>
          </a:p>
          <a:p>
            <a:pPr>
              <a:defRPr sz="1200"/>
            </a:pPr>
            <a:r>
              <a:t>2. Yang et al. (2026) - Robust rescheduling of train timetables and maintenance windows</a:t>
            </a:r>
          </a:p>
          <a:p>
            <a:pPr>
              <a:defRPr sz="1200"/>
            </a:pPr>
            <a:r>
              <a:t>3. Arcieri et al. (2025) - Graph-based multi-agent RL for railway infrastructure</a:t>
            </a:r>
          </a:p>
          <a:p>
            <a:pPr>
              <a:defRPr sz="1200"/>
            </a:pPr>
            <a:r>
              <a:t>4. Mehranfar et al. (2025) - Optimizing multicomponent intervention programs</a:t>
            </a:r>
          </a:p>
          <a:p>
            <a:pPr>
              <a:defRPr sz="1200"/>
            </a:pPr>
            <a:r>
              <a:t>5. Zhang et al. (2020) - Joint optimization of train scheduling and maintenance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Indian Railways Systems Referenced:</a:t>
            </a:r>
          </a:p>
          <a:p>
            <a:pPr>
              <a:defRPr sz="1200"/>
            </a:pPr>
            <a:r>
              <a:t>• BDMS (Block &amp; Disconnection Management System) - CRIS</a:t>
            </a:r>
          </a:p>
          <a:p>
            <a:pPr>
              <a:defRPr sz="1200"/>
            </a:pPr>
            <a:r>
              <a:t>• TMS (Track Management System)</a:t>
            </a:r>
          </a:p>
          <a:p>
            <a:pPr>
              <a:defRPr sz="1200"/>
            </a:pPr>
            <a:r>
              <a:t>• SMMS (Signalling Maintenance &amp; Management System)</a:t>
            </a:r>
          </a:p>
          <a:p>
            <a:pPr>
              <a:defRPr sz="1200"/>
            </a:pPr>
            <a:r>
              <a:t>• TDMS (Traction Distribution Management System)</a:t>
            </a:r>
          </a:p>
          <a:p>
            <a:pPr>
              <a:defRPr sz="1200"/>
            </a:pPr>
            <a:r>
              <a:t>• COA (Control Office Application)</a:t>
            </a:r>
          </a:p>
          <a:p>
            <a:pPr>
              <a:defRPr sz="1200"/>
            </a:pPr>
            <a:r>
              <a:t>• Rolling Block Programme - Railway Board Guidelines (2025)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GitHub: [Your Repository Link]</a:t>
            </a:r>
          </a:p>
          <a:p>
            <a:pPr>
              <a:defRPr sz="1200"/>
            </a:pPr>
            <a:r>
              <a:t>Live Demo: [Your Deployed Link]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/>
            </a:pPr>
            <a:r>
              <a:t>Research Papers: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200"/>
            </a:pPr>
            <a:r>
              <a:t>1. Huang et al. (2026) - Robust RL with GNN for urban rail maintenance scheduling</a:t>
            </a:r>
          </a:p>
          <a:p>
            <a:pPr>
              <a:defRPr sz="1200"/>
            </a:pPr>
            <a:r>
              <a:t>2. Yang et al. (2026) - Robust rescheduling of train timetables and maintenance windows</a:t>
            </a:r>
          </a:p>
          <a:p>
            <a:pPr>
              <a:defRPr sz="1200"/>
            </a:pPr>
            <a:r>
              <a:t>3. Arcieri et al. (2025) - Graph-based multi-agent RL for railway infrastructure</a:t>
            </a:r>
          </a:p>
          <a:p>
            <a:pPr>
              <a:defRPr sz="1200"/>
            </a:pPr>
            <a:r>
              <a:t>4. Mehranfar et al. (2025) - Optimizing multicomponent intervention programs</a:t>
            </a:r>
          </a:p>
          <a:p>
            <a:pPr>
              <a:defRPr sz="1200"/>
            </a:pPr>
            <a:r>
              <a:t>5. Zhang et al. (2020) - Joint optimization of train scheduling and maintenance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Indian Railways Systems Referenced:</a:t>
            </a:r>
          </a:p>
          <a:p>
            <a:pPr>
              <a:defRPr sz="1200"/>
            </a:pPr>
            <a:r>
              <a:t>• BDMS (Block &amp; Disconnection Management System) - CRIS</a:t>
            </a:r>
          </a:p>
          <a:p>
            <a:pPr>
              <a:defRPr sz="1200"/>
            </a:pPr>
            <a:r>
              <a:t>• TMS (Track Management System)</a:t>
            </a:r>
          </a:p>
          <a:p>
            <a:pPr>
              <a:defRPr sz="1200"/>
            </a:pPr>
            <a:r>
              <a:t>• SMMS (Signalling Maintenance &amp; Management System)</a:t>
            </a:r>
          </a:p>
          <a:p>
            <a:pPr>
              <a:defRPr sz="1200"/>
            </a:pPr>
            <a:r>
              <a:t>• TDMS (Traction Distribution Management System)</a:t>
            </a:r>
          </a:p>
          <a:p>
            <a:pPr>
              <a:defRPr sz="1200"/>
            </a:pPr>
            <a:r>
              <a:t>• COA (Control Office Application)</a:t>
            </a:r>
          </a:p>
          <a:p>
            <a:pPr>
              <a:defRPr sz="1200"/>
            </a:pPr>
            <a:r>
              <a:t>• Rolling Block Programme - Railway Board Guidelines (2025)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GitHub: [Your Repository Link]</a:t>
            </a:r>
          </a:p>
          <a:p>
            <a:pPr>
              <a:defRPr sz="1200"/>
            </a:pPr>
            <a:r>
              <a:t>Live Demo: [Your Deployed Link]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[YOUR 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