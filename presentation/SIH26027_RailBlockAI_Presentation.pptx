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A56DB"/>
                </a:solidFill>
              </a:defRPr>
            </a:pPr>
            <a:r>
              <a:t>RailBlock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AI-Powered Automatic Block Planning to Maximize</a:t>
            </a:r>
            <a:br/>
            <a:r>
              <a:t>Asset Availability for Train Operations on Indian Railways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840480"/>
            <a:ext cx="64008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023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Problem Statement ID: SIH26027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Problem Statement Title: AI-Powered Automatic Block Planning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Theme: Transportation &amp; Logistics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PS Category: Software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Team ID: [Your Team ID]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Team Name: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IDEA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Proposed Solution: RailBlock AI - Intelligent Block Planning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Current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Departments plan maintenance independently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Data silos across TMS, SMMS, TDMS, COA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Manual block requests via phone calls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No audit trail for block refusals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Maintenance corridors violated frequently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Safety incidents due to delayed maintenance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AI/ML engine for optimized block scheduling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Real-time integration of all railway systems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Automated multi-department coordination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Weekly + monthly block plan generation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Criticality-based defect prioritization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</a:defRPr>
            </a:pPr>
            <a:r>
              <a:t>Dashboard with AI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</a:defRPr>
            </a:pPr>
            <a:r>
              <a:t>Innovation: First system to use Genetic Algorithm + Reinforcement Learning for multi-department railway block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React.js, Chart.js, 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Python, FastAPI, REST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AI/ML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TensorFlow, Genetic Algorithm, RL, GNN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PostgreSQL, Redis (caching)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46888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560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</a:defRPr>
            </a:pPr>
            <a: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834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Docker, Kubernetes,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System Architecture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Data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TMS + SMMS + TDMS + COA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93192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API Layer + ETL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393192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AI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GA + RL + GNN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93192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Block Plans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3931920"/>
            <a:ext cx="20116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2976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React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Implementation Methodology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1. Data Integration → Real-time sync from TMS, SMMS, TDMS, COA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2. AI Optimization → Genetic Algorithm for multi-objective scheduling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3. Constraint Engine → Time windows, resources, department coordination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4. Plan Generation → Weekly + Monthly block schedules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5. Dashboard → Interactive calendar with AI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Feasibility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BDMS system already deployed on Central Railway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TMS, SMMS, TDMS APIs available via CRIS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COA corridor data accessible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AI/ML algorithms proven in similar domains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Scalable cloud infrastructure available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05840"/>
            <a:ext cx="54864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Potential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Data quality and consistency across systems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Legacy system integration complexity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User adoption and training requirements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Real-time synchronization latency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Scalability across all railway zones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Strategies for Overcoming Challenges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Phase 1: Pilot on Mumbai Division (already has BDMS)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Phase 2: Data validation layer with automated quality checks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Phase 3: REST API wrappers for legacy system integration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Phase 4: User training program with field staff feedback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Phase 5: Gradual rollout to other divisions with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IMPACT AND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56DB"/>
                </a:solidFill>
              </a:defRPr>
            </a:pPr>
            <a:r>
              <a:t>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Increase in</a:t>
            </a:r>
            <a:br/>
            <a:r>
              <a:t>Asset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00584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Faster Block</a:t>
            </a:r>
            <a:br/>
            <a:r>
              <a:t>Approval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Reduction in</a:t>
            </a:r>
            <a:br/>
            <a:r>
              <a:t>Maintenance Delays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005840"/>
            <a:ext cx="265176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097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45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Train Service</a:t>
            </a:r>
            <a:br/>
            <a:r>
              <a:t>Disruption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Social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Enhanced safety for passengers and railway staff through better maintenance planning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</a:defRPr>
            </a:pPr>
            <a:r>
              <a:t>Economic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Reduced downtime costs, optimized resource utilization, fewer train cancellations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112471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Operational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Coordinated multi-department scheduling, real-time visibility,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Target Audience: Indian Railways (Engineering, Traction, S&amp;T Departments), Railway Board, CRIS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Research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1. Huang et al. (2026) - Robust RL with GNN for stochastic urban rail maintenance scheduling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2. Yang et al. (2026) - Robust rescheduling of train timetables and maintenance windows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3. Arcieri et al. (2025) - Graph-based multi-agent RL for railway infrastructure decision support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4. Mehranfar et al. (2025) - Optimizing multicomponent intervention programs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</a:defRPr>
            </a:pPr>
            <a:r>
              <a:t>5. Zhang et al. (2020) - Joint optimization of train scheduling and maintenance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Existing Indian Railways Systems Referenced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BDMS (Block &amp; Disconnection Management System) - CRIS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TMS (Track Management System)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SMMS (Signalling Maintenance &amp; Management System)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TDMS (Traction Distribution Management System)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COA (Control Office Application)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Rolling Block Programme - Railway Board Guidelines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</a:defRPr>
            </a:pPr>
            <a:r>
              <a:t>Thank You | RailBlock AI | Team [Your Team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